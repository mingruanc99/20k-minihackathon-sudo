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Phân loại 17 điểm tọa độ và 19 liên kết khung xương COCO chuẩn 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Slide 1: Giới thiệu về Human Pose Estimation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Thị giác Máy tính &amp; Ước lượng Tư thế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Tổng quan nội dung phần 1: Cơ sở lý thuyết và ứng dụng thực tiễn.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Slide 2: Kiến trúc Top-Down vs Bottom-Up trong Pose Estimation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So sánh độ phức tạp O(N) và O(1)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Tổng quan nội dung phần 2: Cơ sở lý thuyết và ứng dụng thực tiễn.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Slide 3: Heatmap Regression và Coordinate Representation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Dự đoán tọa độ khớp từ ma trận xác suất Gauss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Tổng quan nội dung phần 3: Cơ sở lý thuyết và ứng dụng thực tiễn.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Slide 4: Part Affinity Fields (PAF) trong OpenPose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Trường vector định hướng liên kết các 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Tổng quan nội dung phần 4: Cơ sở lý thuyết và ứng dụng thực tiễn.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Slide 5: Mô hình MediaPipe Pose: 33 Landmarks 3D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Tối ưu hóa chạy trực tiếp trên thiết bị di động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Tổng quan nội dung phần 5: Cơ sở lý thuyết và ứng dụng thực tiễn.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Slide 6: Chuẩn hóa Định dạng COCO Keypoints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17 điểm khớp chuẩn hóa quốc tế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Tổng quan nội dung phần 6: Cơ sở lý thuyết và ứng dụng thực tiễn.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Slide 7: Cấu trúc Cây Khung xương (Skeleton Tree Structure)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Biểu diễn đồ thị không gian có hướng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Tổng quan nội dung phần 7: Cơ sở lý thuyết và ứng dụng thực tiễn.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93B"/>
                </a:solidFill>
              </a:defRPr>
            </a:pPr>
            <a:r>
              <a:t>17 điểm có tên — và 19 đường nối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3891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108960" y="18288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7373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373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288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37744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37744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0175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0175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576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576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404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8404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66344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66344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4864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4864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64592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■ 0 nose — mũi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■ 1–4 mắt trái, mắt phải, tai trái, tai phải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■ 5–10 vai, khuỷu tay, cổ tay (trái rồi phải)</a:t>
            </a:r>
          </a:p>
          <a:p>
            <a:pPr>
              <a:spcBef>
                <a:spcPts val="1400"/>
              </a:spcBef>
              <a:defRPr sz="2200">
                <a:solidFill>
                  <a:srgbClr val="334155"/>
                </a:solidFill>
              </a:defRPr>
            </a:pPr>
            <a:r>
              <a:t>■ 11–16 hông, đầu gối, cổ chân (trái rồi phải)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4748B"/>
                </a:solidFill>
              </a:defRPr>
            </a:pPr>
            <a:r>
              <a:t>Nguồn: COCO — person keypoints, 17 điểm / 19 cạnh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