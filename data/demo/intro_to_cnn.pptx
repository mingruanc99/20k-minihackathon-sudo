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our deep dive on Convolutional Neural Networks. Today we unpack how AI sees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how dense networks fail to scale because they treat adjacent pixels the same as opposite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convolution operation is the mathematical heart of CNNs, drastically shrinking model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pooling provides downsampling and a degree of translational invariance.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stacking these simple operations produces powerful visual reasoning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Introduction to Convolutional Neural Networks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Deep Learning for Computer Vision &amp; Spatial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Computer Vision Challenges: Bridging the semantic gap from raw pixel tensors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From Photons to Percepts: Recognizing patterns invariant to lighting, rotation, and scale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Core Innovation: Preserving 2D spatial locality with structured matrix transformations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Parameter Explosion in Dense MLPs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Why Traditional Fully Connected Neural Networks Fail on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Image Flattening: A modest 200x200 RGB image creates 120,000 raw input features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Weight Matrix Explosion: Connecting to 1,000 hidden units requires 120 Million trainable parameters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Spatial Oblivion: Vector flattening destroys 2D neighborhood relationships and spatial adjacency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Convolution Operation &amp; Kernel Mechanics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Sparse Connectivity, Sliding Windows, and Weight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The Kernel / Filter: A small learnable tensor (e.g. 3x3) sliding across the input grid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Element-wise Multiplication: Summing products at each position yields a scalar feature activation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Translation Equivariance: Identifying features regardless of where they appear on the canvas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Downsampling via Max Pooling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Spatial Dimensionality Reduction &amp; Translation Invariance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Window Mechanics: A 2x2 window with stride 2 steps through the feature map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Peak Activation Extraction: Captures only the most salient signal while suppressing noise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Computational Efficiency: Halves spatial dimensions, quadrupling receptive field scale downstream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Full CNN Pipeline Architecture &amp; Synthesis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Hierarchical Feature Extraction from Edges to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End-to-End Pipeline: [Conv2D -&gt; ReLU -&gt; MaxPool] x N -&gt; Dense Classification -&gt; Softmax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Hierarchical Representations: Shallow layers detect edges; deep layers capture semantic entities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•  Synthesis &amp; Performance: State-of-the-art vision benchmarks achieved with sub-second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